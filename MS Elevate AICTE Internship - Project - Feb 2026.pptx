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</p:sldMasterIdLst>
  <p:notesMasterIdLst>
    <p:notesMasterId r:id="rId14"/>
  </p:notesMasterIdLst>
  <p:sldIdLst>
    <p:sldId id="256" r:id="rId3"/>
    <p:sldId id="571" r:id="rId4"/>
    <p:sldId id="572" r:id="rId5"/>
    <p:sldId id="573" r:id="rId6"/>
    <p:sldId id="574" r:id="rId7"/>
    <p:sldId id="575" r:id="rId8"/>
    <p:sldId id="576" r:id="rId9"/>
    <p:sldId id="577" r:id="rId10"/>
    <p:sldId id="579" r:id="rId11"/>
    <p:sldId id="578" r:id="rId12"/>
    <p:sldId id="53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orient="horz" pos="9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B9636B-3D94-EB3D-7CF5-3935240F8C9F}" name="Ramar Bose" initials="RB" userId="S::ramar@edunetfoundation.org::ae727035-80f4-46a2-9b41-59f778a1b49a" providerId="AD"/>
  <p188:author id="{D0A8B7BB-36D1-777B-64C8-9A30C894A727}" name="Rashmi Mishra" initials="RM" userId="S::rmishra@edunetfoundation.org::6469e6c3-66fa-4f4f-9c10-a71ac4161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A751"/>
    <a:srgbClr val="263570"/>
    <a:srgbClr val="4A9DE2"/>
    <a:srgbClr val="88BFEC"/>
    <a:srgbClr val="F9B1B1"/>
    <a:srgbClr val="B2DE82"/>
    <a:srgbClr val="F57373"/>
    <a:srgbClr val="F03434"/>
    <a:srgbClr val="BC7D00"/>
    <a:srgbClr val="FFB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AEE4B6-AB95-4AFB-96E8-616A0BAA2420}" v="4" dt="2026-03-19T09:37:55.1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3818" autoAdjust="0"/>
  </p:normalViewPr>
  <p:slideViewPr>
    <p:cSldViewPr snapToGrid="0" showGuides="1">
      <p:cViewPr varScale="1">
        <p:scale>
          <a:sx n="74" d="100"/>
          <a:sy n="74" d="100"/>
        </p:scale>
        <p:origin x="340" y="56"/>
      </p:cViewPr>
      <p:guideLst>
        <p:guide orient="horz" pos="672"/>
        <p:guide pos="312"/>
        <p:guide orient="horz" pos="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gs" Target="tags/tag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ja Sekhar ." userId="af40f59efb7cb203" providerId="LiveId" clId="{6D97A1DE-61EB-42EE-B465-76E2F319A068}"/>
    <pc:docChg chg="custSel modSld">
      <pc:chgData name="Raja Sekhar ." userId="af40f59efb7cb203" providerId="LiveId" clId="{6D97A1DE-61EB-42EE-B465-76E2F319A068}" dt="2026-03-19T09:39:44.149" v="133" actId="1076"/>
      <pc:docMkLst>
        <pc:docMk/>
      </pc:docMkLst>
      <pc:sldChg chg="addSp delSp modSp mod">
        <pc:chgData name="Raja Sekhar ." userId="af40f59efb7cb203" providerId="LiveId" clId="{6D97A1DE-61EB-42EE-B465-76E2F319A068}" dt="2026-03-19T09:39:44.149" v="133" actId="1076"/>
        <pc:sldMkLst>
          <pc:docMk/>
          <pc:sldMk cId="0" sldId="256"/>
        </pc:sldMkLst>
        <pc:spChg chg="mod">
          <ac:chgData name="Raja Sekhar ." userId="af40f59efb7cb203" providerId="LiveId" clId="{6D97A1DE-61EB-42EE-B465-76E2F319A068}" dt="2026-03-19T09:37:55.122" v="121"/>
          <ac:spMkLst>
            <pc:docMk/>
            <pc:sldMk cId="0" sldId="256"/>
            <ac:spMk id="5" creationId="{00000000-0000-0000-0000-000000000000}"/>
          </ac:spMkLst>
        </pc:spChg>
        <pc:picChg chg="add mod">
          <ac:chgData name="Raja Sekhar ." userId="af40f59efb7cb203" providerId="LiveId" clId="{6D97A1DE-61EB-42EE-B465-76E2F319A068}" dt="2026-03-19T09:39:44.149" v="133" actId="1076"/>
          <ac:picMkLst>
            <pc:docMk/>
            <pc:sldMk cId="0" sldId="256"/>
            <ac:picMk id="6" creationId="{1F2DB186-7A06-C511-24DF-99E91093CC56}"/>
          </ac:picMkLst>
        </pc:picChg>
        <pc:picChg chg="del mod">
          <ac:chgData name="Raja Sekhar ." userId="af40f59efb7cb203" providerId="LiveId" clId="{6D97A1DE-61EB-42EE-B465-76E2F319A068}" dt="2026-03-19T09:39:36.720" v="130" actId="478"/>
          <ac:picMkLst>
            <pc:docMk/>
            <pc:sldMk cId="0" sldId="256"/>
            <ac:picMk id="9" creationId="{00000000-0000-0000-0000-000000000000}"/>
          </ac:picMkLst>
        </pc:picChg>
      </pc:sldChg>
      <pc:sldChg chg="modSp mod">
        <pc:chgData name="Raja Sekhar ." userId="af40f59efb7cb203" providerId="LiveId" clId="{6D97A1DE-61EB-42EE-B465-76E2F319A068}" dt="2026-03-19T09:34:40.160" v="10"/>
        <pc:sldMkLst>
          <pc:docMk/>
          <pc:sldMk cId="0" sldId="578"/>
        </pc:sldMkLst>
        <pc:spChg chg="mod">
          <ac:chgData name="Raja Sekhar ." userId="af40f59efb7cb203" providerId="LiveId" clId="{6D97A1DE-61EB-42EE-B465-76E2F319A068}" dt="2026-03-19T09:34:40.160" v="10"/>
          <ac:spMkLst>
            <pc:docMk/>
            <pc:sldMk cId="0" sldId="578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699836-02B7-459A-AF64-A000817D576C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065E4E-ABE4-4C79-8716-B93932D5FBD3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</a:t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>
              <a:cs typeface="Calibri" panose="020F050202020403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11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FA99E-0146-4BD9-9E30-4EB71F3A4207}" type="datetimeFigureOut">
              <a:rPr lang="en-IN" smtClean="0"/>
              <a:t>19-03-2026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81918-31C6-44C6-A382-2FA557A3F6B9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0" y="0"/>
            <a:ext cx="10374086" cy="6604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/>
          <p:cNvSpPr/>
          <p:nvPr userDrawn="1"/>
        </p:nvSpPr>
        <p:spPr>
          <a:xfrm>
            <a:off x="0" y="6692900"/>
            <a:ext cx="12192000" cy="1651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28" name="Picture 4" descr="A black background with grey text&#10;&#10;AI-generated content may be incorrect.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05" y="91005"/>
            <a:ext cx="1466678" cy="47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-32657" y="3429000"/>
            <a:ext cx="424543" cy="34290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0" y="0"/>
            <a:ext cx="228600" cy="34290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913913" y="0"/>
            <a:ext cx="4985657" cy="315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-32657" y="6509659"/>
            <a:ext cx="12888684" cy="348341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A black background with grey text&#10;&#10;AI-generated content may be incorrect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04" y="316620"/>
            <a:ext cx="1725854" cy="56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1999" cy="68573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/>
        </p:nvSpPr>
        <p:spPr>
          <a:xfrm>
            <a:off x="517379" y="1343054"/>
            <a:ext cx="4746772" cy="25067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b="1" kern="1200">
                <a:latin typeface="+mj-lt"/>
                <a:ea typeface="+mj-ea"/>
                <a:cs typeface="+mj-cs"/>
              </a:rPr>
              <a:t>CAPSTONE </a:t>
            </a:r>
            <a:r>
              <a:rPr lang="en-US" sz="2800" b="1"/>
              <a:t>PROJECT</a:t>
            </a:r>
            <a:endParaRPr lang="en-US" sz="5100">
              <a:latin typeface="Aptos"/>
            </a:endParaRPr>
          </a:p>
          <a:p>
            <a:pPr algn="l"/>
            <a:br>
              <a:rPr lang="en-US" sz="5100" b="1" dirty="0"/>
            </a:br>
            <a:r>
              <a:rPr lang="en-US" sz="5100" b="1" cap="all">
                <a:latin typeface="Aptos"/>
              </a:rPr>
              <a:t>PROJECT TITLE</a:t>
            </a:r>
            <a:endParaRPr lang="en-US" sz="5100">
              <a:latin typeface="Aptos"/>
            </a:endParaRPr>
          </a:p>
          <a:p>
            <a:pPr algn="l"/>
            <a:endParaRPr lang="en-US" sz="5100" b="1" kern="1200"/>
          </a:p>
        </p:txBody>
      </p:sp>
      <p:sp>
        <p:nvSpPr>
          <p:cNvPr id="5" name="Subtitle 2"/>
          <p:cNvSpPr>
            <a:spLocks noGrp="1"/>
          </p:cNvSpPr>
          <p:nvPr/>
        </p:nvSpPr>
        <p:spPr>
          <a:xfrm>
            <a:off x="594127" y="3739889"/>
            <a:ext cx="4581722" cy="2506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600"/>
              </a:spcAft>
            </a:pPr>
            <a:r>
              <a:rPr lang="en-US" sz="1600" b="1" cap="all" dirty="0"/>
              <a:t>Presented By</a:t>
            </a:r>
            <a:endParaRPr lang="en-US" sz="1600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Student Name:  JUJJAVARAPU RAJA SEKHAR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College Name: P.V.P Siddhartha institute 	                of technology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Department:  MBA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Email ID:jujjavarapuraja2002@gmail.com </a:t>
            </a:r>
          </a:p>
        </p:txBody>
      </p:sp>
      <p:sp>
        <p:nvSpPr>
          <p:cNvPr id="8" name="Rectangle 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2DB186-7A06-C511-24DF-99E91093CC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189" y="532368"/>
            <a:ext cx="4270358" cy="54913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9850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5400" b="1" cap="all" dirty="0">
                <a:latin typeface="Arial" panose="020B0604020202020204"/>
                <a:cs typeface="Arial" panose="020B0604020202020204"/>
              </a:rPr>
              <a:t>OUTLINE:</a:t>
            </a:r>
            <a:endParaRPr lang="en-US" sz="5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387" y="1822228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Problem Statement </a:t>
            </a:r>
            <a:r>
              <a:rPr lang="en-US" sz="2200" dirty="0">
                <a:latin typeface="Arial" panose="020B0604020202020204"/>
                <a:cs typeface="Arial" panose="020B0604020202020204"/>
              </a:rPr>
              <a:t>(Should not include solution)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Proposed System/Solution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System Development Approach </a:t>
            </a:r>
            <a:r>
              <a:rPr lang="en-US" sz="2200" dirty="0">
                <a:latin typeface="Arial" panose="020B0604020202020204"/>
                <a:cs typeface="Arial" panose="020B0604020202020204"/>
              </a:rPr>
              <a:t>(Technology Used) 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Algorithm &amp; Deployment  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Result (Output Image)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Conclusion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Future Scope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 panose="020B0604020202020204"/>
                <a:cs typeface="Arial" panose="020B0604020202020204"/>
              </a:rPr>
              <a:t>References</a:t>
            </a:r>
            <a:endParaRPr lang="en-US" sz="2200" dirty="0">
              <a:latin typeface="Arial" panose="020B0604020202020204"/>
              <a:cs typeface="Arial" panose="020B0604020202020204"/>
            </a:endParaRPr>
          </a:p>
          <a:p>
            <a:endParaRPr lang="en-GB" sz="2200" dirty="0">
              <a:latin typeface="Aptos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Problem Statement:</a:t>
            </a:r>
            <a:endParaRPr lang="en-US" sz="40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0512" y="171507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Adani Ports handles large volumes of cargo across multiple regions and ports.</a:t>
            </a:r>
          </a:p>
          <a:p>
            <a:pPr marL="0" indent="0">
              <a:buNone/>
            </a:pPr>
            <a:endParaRPr lang="en-US" sz="2200" dirty="0">
              <a:latin typeface="Franklin Gothic Book" panose="020B0503020102020204"/>
            </a:endParaRP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However, it is difficult to: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Understand cargo distribution across ports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Compare regional performance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Analyze customer cargo patterns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Identify demand trends over time</a:t>
            </a:r>
          </a:p>
          <a:p>
            <a:pPr marL="0" indent="0">
              <a:buNone/>
            </a:pPr>
            <a:endParaRPr lang="en-US" sz="2200" dirty="0">
              <a:latin typeface="Franklin Gothic Book" panose="020B0503020102020204"/>
            </a:endParaRP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There is a need for a system to analyze data and provide clear insights for better decision-making.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Proposed Solution: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1935" y="1302161"/>
            <a:ext cx="8640253" cy="425367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To solve this problem, a Business Intelligence dashboard is developed using Power BI.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endParaRPr lang="en-US" sz="1600" b="1" dirty="0"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The system helps to: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• Visualize cargo throughput across ports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• Analyze revenue by region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• Understand customer cargo distribution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• Track monthly cargo trends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• Provide statistical insights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• Predict future cargo demand using forecasting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endParaRPr lang="en-US" sz="1600" b="1" dirty="0"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600" b="1" dirty="0">
                <a:latin typeface="Calibri" panose="020F0502020204030204"/>
                <a:ea typeface="Calibri" panose="020F0502020204030204"/>
                <a:cs typeface="Calibri" panose="020F0502020204030204"/>
              </a:rPr>
              <a:t>This dashboard makes data easy to understand and supports decision-making.</a:t>
            </a:r>
            <a:endParaRPr lang="en-GB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48" y="699528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System  Approach: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7409" y="1715586"/>
            <a:ext cx="10515600" cy="4251960"/>
          </a:xfr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The system is developed using the following tools: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IN" sz="2200" b="1" dirty="0">
              <a:latin typeface="Franklin Gothic Book" panose="020B0503020102020204"/>
            </a:endParaRP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• Microsoft Excel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  - Data cleaning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  - Statistical analysis (ANOVA, Chi-square, Forecasting)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IN" sz="2200" b="1" dirty="0">
              <a:latin typeface="Franklin Gothic Book" panose="020B0503020102020204"/>
            </a:endParaRP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• Power BI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  - Data visualization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  - Dashboard creation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  - KPI tracking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IN" sz="2200" b="1" dirty="0">
              <a:latin typeface="Franklin Gothic Book" panose="020B0503020102020204"/>
            </a:endParaRP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• DAX (Data Analysis Expressions)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  - Calculations for KPIs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IN" sz="2200" b="1" dirty="0">
              <a:latin typeface="Franklin Gothic Book" panose="020B0503020102020204"/>
            </a:endParaRP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IN" sz="2200" b="1" dirty="0">
                <a:latin typeface="Franklin Gothic Book" panose="020B0503020102020204"/>
              </a:rPr>
              <a:t>This approach helps to convert raw data into meaningful insights.</a:t>
            </a:r>
            <a:endParaRPr lang="en-GB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Algorithm &amp; Deployment: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6700" y="1572196"/>
            <a:ext cx="10515600" cy="4251960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Step 1: Collect and clean data in Excel  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Step 2: Perform statistical analysis  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        (Mean, Standard Deviation, ANOVA, Chi-square)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Step 3: Prepare datasets for Power BI  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Step 4: Load data into Power BI  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Step 5: Create visualizations: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        • KPI Cards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        • Charts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        • Forecast models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Step 6: Build interactive dashboards  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Deployment: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The dashboard can be shared through Power BI for business users.</a:t>
            </a:r>
            <a:endParaRPr lang="en-GB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Result:</a:t>
            </a:r>
            <a:endParaRPr lang="en-US" sz="4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F8F95C-EA45-1F0F-91F0-EA99A1B940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64" y="1121434"/>
            <a:ext cx="5597667" cy="50205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ED161D-A2D0-05D0-0BEB-BF971D9C9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3931" y="1121434"/>
            <a:ext cx="6421805" cy="50205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Conclusion: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589" y="162239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This project successfully analyzes Adani Ports data using Power BI.</a:t>
            </a:r>
          </a:p>
          <a:p>
            <a:pPr marL="0" indent="0">
              <a:buNone/>
            </a:pPr>
            <a:endParaRPr lang="en-US" sz="2200" dirty="0">
              <a:latin typeface="Franklin Gothic Book" panose="020B0503020102020204"/>
            </a:endParaRP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Key conclusions: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Cargo throughput is highest at Mundra port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West region generates the highest cargo and revenue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Cargo demand is stable around 40 MMT monthly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Statistical analysis confirms significant differences across regions</a:t>
            </a: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• Customer type influences cargo category</a:t>
            </a:r>
          </a:p>
          <a:p>
            <a:pPr marL="0" indent="0">
              <a:buNone/>
            </a:pPr>
            <a:endParaRPr lang="en-US" sz="2200" dirty="0">
              <a:latin typeface="Franklin Gothic Book" panose="020B0503020102020204"/>
            </a:endParaRPr>
          </a:p>
          <a:p>
            <a:pPr marL="0" indent="0">
              <a:buNone/>
            </a:pPr>
            <a:r>
              <a:rPr lang="en-US" sz="2200" dirty="0">
                <a:latin typeface="Franklin Gothic Book" panose="020B0503020102020204"/>
              </a:rPr>
              <a:t>The dashboard helps in understanding business performance clearly.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 panose="020B0604020202020204"/>
                <a:cs typeface="Arial" panose="020B0604020202020204"/>
              </a:rPr>
              <a:t>Future scope: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071" y="1304434"/>
            <a:ext cx="10515600" cy="425196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US" sz="2200" dirty="0">
              <a:latin typeface="Franklin Gothic Book" panose="020B0503020102020204"/>
            </a:endParaRP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US" sz="2200" dirty="0">
                <a:latin typeface="Franklin Gothic Book" panose="020B0503020102020204"/>
              </a:rPr>
              <a:t>The project can be improved further by: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US" sz="2200" dirty="0">
              <a:latin typeface="Franklin Gothic Book" panose="020B0503020102020204"/>
            </a:endParaRP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US" sz="2200" dirty="0">
                <a:latin typeface="Franklin Gothic Book" panose="020B0503020102020204"/>
              </a:rPr>
              <a:t>• Adding real-time data integration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US" sz="2200" dirty="0">
                <a:latin typeface="Franklin Gothic Book" panose="020B0503020102020204"/>
              </a:rPr>
              <a:t>• Using advanced forecasting models (AI/ML)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US" sz="2200" dirty="0">
                <a:latin typeface="Franklin Gothic Book" panose="020B0503020102020204"/>
              </a:rPr>
              <a:t>• Expanding analysis to global ports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US" sz="2200" dirty="0">
                <a:latin typeface="Franklin Gothic Book" panose="020B0503020102020204"/>
              </a:rPr>
              <a:t>• Creating mobile-friendly dashboards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US" sz="2200" dirty="0">
                <a:latin typeface="Franklin Gothic Book" panose="020B0503020102020204"/>
              </a:rPr>
              <a:t>• Adding more financial and operational metrics</a:t>
            </a: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US" sz="2200" dirty="0">
              <a:latin typeface="Franklin Gothic Book" panose="020B0503020102020204"/>
            </a:endParaRPr>
          </a:p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r>
              <a:rPr lang="en-US" sz="2200" dirty="0">
                <a:latin typeface="Franklin Gothic Book" panose="020B0503020102020204"/>
              </a:rPr>
              <a:t>This will make the system more powerful and scalable.</a:t>
            </a:r>
            <a:endParaRPr lang="en-GB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 dirty="0">
                <a:latin typeface="Arial" panose="020B0604020202020204"/>
                <a:cs typeface="Arial" panose="020B0604020202020204"/>
              </a:rPr>
              <a:t>References: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6804" y="1551125"/>
            <a:ext cx="10515600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IN" sz="2200" dirty="0">
                <a:latin typeface="Franklin Gothic Book" panose="020B0503020102020204"/>
              </a:rPr>
              <a:t>• Adani Ports Official Website</a:t>
            </a:r>
          </a:p>
          <a:p>
            <a:pPr marL="0" indent="0">
              <a:buNone/>
            </a:pPr>
            <a:r>
              <a:rPr lang="en-IN" sz="2200" dirty="0">
                <a:latin typeface="Franklin Gothic Book" panose="020B0503020102020204"/>
              </a:rPr>
              <a:t>• UV Netware Internship Materials</a:t>
            </a:r>
          </a:p>
          <a:p>
            <a:pPr marL="0" indent="0">
              <a:buNone/>
            </a:pPr>
            <a:r>
              <a:rPr lang="en-IN" sz="2200" dirty="0">
                <a:latin typeface="Franklin Gothic Book" panose="020B0503020102020204"/>
              </a:rPr>
              <a:t>• Microsoft Power BI Documentation</a:t>
            </a:r>
          </a:p>
          <a:p>
            <a:pPr marL="0" indent="0">
              <a:buNone/>
            </a:pPr>
            <a:r>
              <a:rPr lang="en-IN" sz="2200" dirty="0">
                <a:latin typeface="Franklin Gothic Book" panose="020B0503020102020204"/>
              </a:rPr>
              <a:t>• Microsoft Excel Documentation</a:t>
            </a:r>
          </a:p>
          <a:p>
            <a:pPr marL="0" indent="0">
              <a:buNone/>
            </a:pPr>
            <a:r>
              <a:rPr lang="en-IN" sz="2200" dirty="0">
                <a:latin typeface="Franklin Gothic Book" panose="020B0503020102020204"/>
              </a:rPr>
              <a:t>• Online resources for statistical analysis</a:t>
            </a:r>
            <a:br>
              <a:rPr lang="en-IN" sz="2200" dirty="0">
                <a:latin typeface="Franklin Gothic Book" panose="020B0503020102020204"/>
              </a:rPr>
            </a:br>
            <a:r>
              <a:rPr lang="en-IN" sz="2200" dirty="0">
                <a:latin typeface="Franklin Gothic Book" panose="020B0503020102020204"/>
              </a:rPr>
              <a:t>GitHub Link:  https://github.com/Raja200219/Adani-Ports-Business-Intelligence-Dashboard.git</a:t>
            </a:r>
            <a:endParaRPr lang="en-IN" sz="2200" u="sng" dirty="0">
              <a:solidFill>
                <a:srgbClr val="0070C0"/>
              </a:solidFill>
              <a:latin typeface="Franklin Gothic Book" panose="020B0503020102020204"/>
            </a:endParaRPr>
          </a:p>
          <a:p>
            <a:pPr marL="0" indent="0">
              <a:buNone/>
            </a:pPr>
            <a:endParaRPr lang="en-IN" sz="2200" dirty="0">
              <a:latin typeface="Franklin Gothic Book" panose="020B05030201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/>
          <p:cNvSpPr txBox="1"/>
          <p:nvPr/>
        </p:nvSpPr>
        <p:spPr>
          <a:xfrm>
            <a:off x="314324" y="6312352"/>
            <a:ext cx="3724275" cy="295275"/>
          </a:xfrm>
          <a:prstGeom prst="rect">
            <a:avLst/>
          </a:prstGeom>
        </p:spPr>
        <p:txBody>
          <a:bodyPr/>
          <a:lstStyle>
            <a:lvl1pPr marL="228600" indent="-2286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1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00" indent="-1905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0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800" indent="-152400" algn="l" defTabSz="6096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990" indent="-173990">
              <a:buFont typeface="Arial" panose="020B0604020202020204" pitchFamily="34" charset="0"/>
              <a:buNone/>
            </a:pPr>
            <a:endParaRPr 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/>
          <p:cNvSpPr txBox="1"/>
          <p:nvPr/>
        </p:nvSpPr>
        <p:spPr>
          <a:xfrm>
            <a:off x="3247621" y="3009471"/>
            <a:ext cx="5696757" cy="839057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ctr" defTabSz="609600" rtl="0" eaLnBrk="1" latinLnBrk="0" hangingPunct="1">
              <a:spcBef>
                <a:spcPct val="0"/>
              </a:spcBef>
              <a:buNone/>
              <a:defRPr sz="29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>
                <a:solidFill>
                  <a:srgbClr val="002060"/>
                </a:solidFill>
                <a:latin typeface="Arial" panose="020B0604020202020204"/>
                <a:cs typeface="Arial" panose="020B0604020202020204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OFFICE THEME" val="TmdBxN3j"/>
  <p:tag name="ARTICULATE_PROJECT_OPEN" val="0"/>
  <p:tag name="ARTICULATE_SLIDE_COUNT" val="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516</Words>
  <Application>Microsoft Office PowerPoint</Application>
  <PresentationFormat>Widescreen</PresentationFormat>
  <Paragraphs>104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Franklin Gothic Book</vt:lpstr>
      <vt:lpstr>1_Office Theme</vt:lpstr>
      <vt:lpstr>Custom Design</vt:lpstr>
      <vt:lpstr>PowerPoint Presentation</vt:lpstr>
      <vt:lpstr>OUTLINE:</vt:lpstr>
      <vt:lpstr>Problem Statement:</vt:lpstr>
      <vt:lpstr>Proposed Solution:</vt:lpstr>
      <vt:lpstr>System  Approach:</vt:lpstr>
      <vt:lpstr>Algorithm &amp; Deployment:</vt:lpstr>
      <vt:lpstr>Result:</vt:lpstr>
      <vt:lpstr>Conclusion:</vt:lpstr>
      <vt:lpstr>Future scope:</vt:lpstr>
      <vt:lpstr>References: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Vikrant Nath Nagar</dc:creator>
  <cp:lastModifiedBy>Raja Sekhar .</cp:lastModifiedBy>
  <cp:revision>102</cp:revision>
  <dcterms:created xsi:type="dcterms:W3CDTF">2024-05-21T11:55:00Z</dcterms:created>
  <dcterms:modified xsi:type="dcterms:W3CDTF">2026-03-19T09:39:46Z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8775663C-0243-495A-BCAB-F653BDE41EC7</vt:lpwstr>
  </property>
  <property fmtid="{D5CDD505-2E9C-101B-9397-08002B2CF9AE}" pid="3" name="ArticulatePath">
    <vt:lpwstr>https://edunetfoundationorg-my.sharepoint.com/personal/kaisar_edunetfoundation_org/Documents/Beutified ppt/MSITI/Micro Degree/Content/Module 4 Data Science/PPT/1. Introduction to Data Science</vt:lpwstr>
  </property>
  <property fmtid="{D5CDD505-2E9C-101B-9397-08002B2CF9AE}" pid="4" name="ICV">
    <vt:lpwstr>EE4E1345D65D4F85A477FE2A1A549664_12</vt:lpwstr>
  </property>
  <property fmtid="{D5CDD505-2E9C-101B-9397-08002B2CF9AE}" pid="5" name="KSOProductBuildVer">
    <vt:lpwstr>1033-12.2.0.23155</vt:lpwstr>
  </property>
</Properties>
</file>