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74" d="100"/>
          <a:sy n="74" d="100"/>
        </p:scale>
        <p:origin x="352" y="56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>
                <a:latin typeface="+mj-lt"/>
                <a:ea typeface="+mj-ea"/>
                <a:cs typeface="+mj-cs"/>
              </a:rPr>
              <a:t>CAPSTONE </a:t>
            </a:r>
            <a:r>
              <a:rPr lang="en-US" sz="2800" b="1"/>
              <a:t>PROJECT</a:t>
            </a:r>
            <a:endParaRPr lang="en-US" sz="510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100" b="1" cap="all">
                <a:latin typeface="Aptos"/>
              </a:rPr>
              <a:t>PROJECT TITLE</a:t>
            </a:r>
            <a:endParaRPr lang="en-US" sz="5100">
              <a:latin typeface="Aptos"/>
            </a:endParaRPr>
          </a:p>
          <a:p>
            <a:pPr algn="l"/>
            <a:endParaRPr lang="en-US" sz="5100" b="1" kern="120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/>
              <a:t>Presented By</a:t>
            </a:r>
            <a:endParaRPr lang="en-US" sz="1600" cap="all"/>
          </a:p>
          <a:p>
            <a:pPr algn="l">
              <a:spcAft>
                <a:spcPts val="600"/>
              </a:spcAft>
            </a:pPr>
            <a:r>
              <a:rPr lang="en-US" sz="1600" b="1" cap="all"/>
              <a:t>Student Name:</a:t>
            </a:r>
          </a:p>
          <a:p>
            <a:pPr algn="l">
              <a:spcAft>
                <a:spcPts val="600"/>
              </a:spcAft>
            </a:pPr>
            <a:r>
              <a:rPr lang="en-US" sz="1600" b="1" cap="all"/>
              <a:t>College Name:</a:t>
            </a:r>
          </a:p>
          <a:p>
            <a:pPr algn="l">
              <a:spcAft>
                <a:spcPts val="600"/>
              </a:spcAft>
            </a:pPr>
            <a:r>
              <a:rPr lang="en-US" sz="1600" b="1" cap="all"/>
              <a:t>Department:</a:t>
            </a:r>
          </a:p>
          <a:p>
            <a:pPr algn="l">
              <a:spcAft>
                <a:spcPts val="600"/>
              </a:spcAft>
            </a:pPr>
            <a:r>
              <a:rPr lang="en-US" sz="1600" b="1" cap="all"/>
              <a:t>Email ID: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 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Adani Ports handles large volumes of cargo across multiple regions and ports.</a:t>
            </a:r>
          </a:p>
          <a:p>
            <a:pPr marL="0" indent="0"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However, it is difficult to: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Understand cargo distribution across ports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Compare regional performance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Analyze customer cargo patterns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Identify demand trends over time</a:t>
            </a:r>
          </a:p>
          <a:p>
            <a:pPr marL="0" indent="0"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There is a need for a system to analyze data and provide clear insights for better decision-making.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935" y="1302161"/>
            <a:ext cx="8640253" cy="425367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To solve this problem, a Business Intelligence dashboard is developed using Power BI.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6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The system helps to: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• Visualize cargo throughput across ports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• Analyze revenue by region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• Understand customer cargo distribution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• Track monthly cargo trends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• Provide statistical insights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• Predict future cargo demand using forecasting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6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6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This dashboard makes data easy to understand and supports decision-making.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The system is developed using the following tools: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2200" b="1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• Microsoft Excel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  - Data cleaning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  - Statistical analysis (ANOVA, Chi-square, Forecasting)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2200" b="1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• Power BI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  - Data visualization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  - Dashboard creation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  - KPI tracking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2200" b="1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• DAX (Data Analysis Expressions)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  - Calculations for KPIs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2200" b="1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 panose="020B0503020102020204"/>
              </a:rPr>
              <a:t>This approach helps to convert raw data into meaningful insights.</a:t>
            </a: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Step 1: Collect and clean data in Excel 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Step 2: Perform statistical analysis 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(Mean, Standard Deviation, ANOVA, Chi-square)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Step 3: Prepare datasets for Power BI 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Step 4: Load data into Power BI 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Step 5: Create visualizations: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• KPI Cards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• Charts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• Forecast models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Step 6: Build interactive dashboards 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Deployment: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dashboard can be shared through Power BI for business users.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F8F95C-EA45-1F0F-91F0-EA99A1B94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4" y="1121434"/>
            <a:ext cx="5597667" cy="50205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ED161D-A2D0-05D0-0BEB-BF971D9C9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931" y="1121434"/>
            <a:ext cx="6421805" cy="50205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This project successfully analyzes Adani Ports data using Power BI.</a:t>
            </a:r>
          </a:p>
          <a:p>
            <a:pPr marL="0" indent="0"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Key conclusions: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Cargo throughput is highest at Mundra port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West region generates the highest cargo and revenue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Cargo demand is stable around 40 MMT monthly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Statistical analysis confirms significant differences across regions</a:t>
            </a: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• Customer type influences cargo category</a:t>
            </a:r>
          </a:p>
          <a:p>
            <a:pPr marL="0" indent="0"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200" dirty="0">
                <a:latin typeface="Franklin Gothic Book" panose="020B0503020102020204"/>
              </a:rPr>
              <a:t>The dashboard helps in understanding business performance clearly.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The project can be improved further by: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• Adding real-time data integration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• Using advanced forecasting models (AI/ML)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• Expanding analysis to global ports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• Creating mobile-friendly dashboards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• Adding more financial and operational metrics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This will make the system more powerful and scalable.</a:t>
            </a:r>
            <a:endParaRPr lang="en-GB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• Adani Ports Official Website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• UV Netware Internship Materials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• Microsoft Power BI Documentation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• Microsoft Excel Documentation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• Online resources for statistical analysis</a:t>
            </a:r>
            <a:br>
              <a:rPr lang="en-IN" sz="2200" dirty="0">
                <a:latin typeface="Franklin Gothic Book" panose="020B0503020102020204"/>
              </a:rPr>
            </a:br>
            <a:r>
              <a:rPr lang="en-IN" sz="2200" dirty="0">
                <a:latin typeface="Franklin Gothic Book" panose="020B0503020102020204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 panose="020B0503020102020204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 panose="020B0503020102020204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486</Words>
  <Application>Microsoft Office PowerPoint</Application>
  <PresentationFormat>Widescreen</PresentationFormat>
  <Paragraphs>104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Raja Sekhar .</cp:lastModifiedBy>
  <cp:revision>102</cp:revision>
  <dcterms:created xsi:type="dcterms:W3CDTF">2024-05-21T11:55:00Z</dcterms:created>
  <dcterms:modified xsi:type="dcterms:W3CDTF">2026-03-19T09:30:21Z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